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Machine Learning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Core concepts and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Machine Learning?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Learning patterns from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of Machine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Supervised, Unsupervised, Reinforcement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Regression and classification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Clustering and dimensionality reduction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Reinforcement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Learning via rewards and penalties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Common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Linear Regression, Logistic Regression, Trees, KNN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Train / validation / test split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Accuracy, precision, recall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Finance, healthcare, marketing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