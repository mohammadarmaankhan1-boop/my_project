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Machine Learning Fundamentals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What ML is</a:t>
            </a:r>
          </a:p>
          <a:p>
            <a:r>
              <a:t>Why it matters</a:t>
            </a:r>
          </a:p>
          <a:p>
            <a:r>
              <a:t>Where it is used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is Machine Learning?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Algorithms that learn patterns</a:t>
            </a:r>
          </a:p>
          <a:p>
            <a:r>
              <a:t>Improve with data</a:t>
            </a:r>
          </a:p>
          <a:p>
            <a:r>
              <a:t>Make predictions or decisions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Types of Machine Learning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Supervised learning</a:t>
            </a:r>
          </a:p>
          <a:p>
            <a:r>
              <a:t>Unsupervised learning</a:t>
            </a:r>
          </a:p>
          <a:p>
            <a:r>
              <a:t>Reinforcement learning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Supervised Learning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Uses labelled data</a:t>
            </a:r>
          </a:p>
          <a:p>
            <a:r>
              <a:t>Regression &amp; classification</a:t>
            </a:r>
          </a:p>
          <a:p>
            <a:r>
              <a:t>Examples: spam detection, price prediction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Unsupervised Learning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No labelled outputs</a:t>
            </a:r>
          </a:p>
          <a:p>
            <a:r>
              <a:t>Pattern discovery</a:t>
            </a:r>
          </a:p>
          <a:p>
            <a:r>
              <a:t>Examples: clustering customers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Reinforcement Learning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Agent learns by rewards</a:t>
            </a:r>
          </a:p>
          <a:p>
            <a:r>
              <a:t>Trial and error</a:t>
            </a:r>
          </a:p>
          <a:p>
            <a:r>
              <a:t>Examples: games, robotics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Common Algorithms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Linear regression</a:t>
            </a:r>
          </a:p>
          <a:p>
            <a:r>
              <a:t>Logistic regression</a:t>
            </a:r>
          </a:p>
          <a:p>
            <a:r>
              <a:t>Decision trees</a:t>
            </a:r>
          </a:p>
          <a:p>
            <a:r>
              <a:t>K-means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Model Training Process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Collect data</a:t>
            </a:r>
          </a:p>
          <a:p>
            <a:r>
              <a:t>Train model</a:t>
            </a:r>
          </a:p>
          <a:p>
            <a:r>
              <a:t>Evaluate performance</a:t>
            </a:r>
          </a:p>
          <a:p>
            <a:r>
              <a:t>Deploy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Overfitting vs Underfitting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Overfitting: too complex</a:t>
            </a:r>
          </a:p>
          <a:p>
            <a:r>
              <a:t>Underfitting: too simple</a:t>
            </a:r>
          </a:p>
          <a:p>
            <a:r>
              <a:t>Bias–variance tradeoff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Takeaways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ML learns from data</a:t>
            </a:r>
          </a:p>
          <a:p>
            <a:r>
              <a:t>Different learning types</a:t>
            </a:r>
          </a:p>
          <a:p>
            <a:r>
              <a:t>Used across industries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